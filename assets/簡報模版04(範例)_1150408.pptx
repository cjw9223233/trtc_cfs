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6094413" cy="3427413"/>
  <p:notesSz cx="6858000" cy="9144000"/>
  <p:defaultTextStyle>
    <a:defPPr marL="0" marR="0" indent="0" algn="l" defTabSz="228509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5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114254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228509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342763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457017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571271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685526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799780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914034" algn="ctr" defTabSz="60934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2" y="10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Shape 5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1pPr>
    <a:lvl2pPr indent="57127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2pPr>
    <a:lvl3pPr indent="114254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3pPr>
    <a:lvl4pPr indent="171381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4pPr>
    <a:lvl5pPr indent="228509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5pPr>
    <a:lvl6pPr indent="285636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6pPr>
    <a:lvl7pPr indent="342763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7pPr>
    <a:lvl8pPr indent="399890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8pPr>
    <a:lvl9pPr indent="457017" defTabSz="114254" latinLnBrk="0">
      <a:lnSpc>
        <a:spcPct val="117999"/>
      </a:lnSpc>
      <a:defRPr sz="55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影像" descr="影像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825581" y="-1293097"/>
            <a:ext cx="15181543" cy="903229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頁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影像" descr="影像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08705" y="-1706810"/>
            <a:ext cx="13706072" cy="5145146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影像" descr="影像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269176" y="-999389"/>
            <a:ext cx="15197227" cy="451008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301547" y="269750"/>
            <a:ext cx="5491320" cy="35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4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301547" y="1061634"/>
            <a:ext cx="5491320" cy="206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959083" y="3190501"/>
            <a:ext cx="173124" cy="17184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145992">
              <a:defRPr sz="45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transition spd="med"/>
  <p:txStyles>
    <p:titleStyle>
      <a:lvl1pPr marL="0" marR="0" indent="0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254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509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763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017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271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526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799780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034" algn="l" defTabSz="609341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24" b="1" i="0" u="none" strike="noStrike" cap="none" spc="-4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152339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304678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457017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609356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761695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914034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066373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1218712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1371051" marR="0" indent="-152339" algn="l" defTabSz="609341" rtl="0" latinLnBrk="0">
        <a:lnSpc>
          <a:spcPct val="90000"/>
        </a:lnSpc>
        <a:spcBef>
          <a:spcPts val="1125"/>
        </a:spcBef>
        <a:spcAft>
          <a:spcPts val="0"/>
        </a:spcAft>
        <a:buClrTx/>
        <a:buSzPct val="123000"/>
        <a:buFontTx/>
        <a:buChar char="•"/>
        <a:tabLst/>
        <a:defRPr sz="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254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509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763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017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271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526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799780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034" algn="ctr" defTabSz="14599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he New Metro Taipei"/>
          <p:cNvSpPr txBox="1"/>
          <p:nvPr/>
        </p:nvSpPr>
        <p:spPr>
          <a:xfrm>
            <a:off x="199492" y="398857"/>
            <a:ext cx="2644943" cy="371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4" tIns="12694" rIns="12694" bIns="12694">
            <a:spAutoFit/>
          </a:bodyPr>
          <a:lstStyle>
            <a:lvl1pPr algn="l">
              <a:defRPr sz="9000">
                <a:solidFill>
                  <a:srgbClr val="00000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rPr sz="2249" dirty="0"/>
              <a:t>The New Metro Taipei</a:t>
            </a:r>
          </a:p>
        </p:txBody>
      </p:sp>
      <p:sp>
        <p:nvSpPr>
          <p:cNvPr id="54" name="Our Lifestyle"/>
          <p:cNvSpPr txBox="1"/>
          <p:nvPr/>
        </p:nvSpPr>
        <p:spPr>
          <a:xfrm>
            <a:off x="199492" y="753713"/>
            <a:ext cx="1011483" cy="25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4" tIns="12694" rIns="12694" bIns="12694">
            <a:spAutoFit/>
          </a:bodyPr>
          <a:lstStyle>
            <a:lvl1pPr algn="l">
              <a:defRPr sz="6000">
                <a:solidFill>
                  <a:srgbClr val="FFFFFF"/>
                </a:solidFill>
                <a:latin typeface="PingFang TC Regular"/>
                <a:ea typeface="PingFang TC Regular"/>
                <a:cs typeface="PingFang TC Regular"/>
                <a:sym typeface="PingFang TC Regular"/>
              </a:defRPr>
            </a:lvl1pPr>
          </a:lstStyle>
          <a:p>
            <a:r>
              <a:rPr sz="1499" dirty="0"/>
              <a:t>Our Lifestyle</a:t>
            </a:r>
          </a:p>
        </p:txBody>
      </p:sp>
      <p:sp>
        <p:nvSpPr>
          <p:cNvPr id="55" name="Mike Wang"/>
          <p:cNvSpPr txBox="1"/>
          <p:nvPr/>
        </p:nvSpPr>
        <p:spPr>
          <a:xfrm>
            <a:off x="199492" y="2891995"/>
            <a:ext cx="546612" cy="16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4" tIns="12694" rIns="12694" bIns="12694">
            <a:spAutoFit/>
          </a:bodyPr>
          <a:lstStyle>
            <a:lvl1pPr algn="l">
              <a:defRPr sz="3500">
                <a:solidFill>
                  <a:srgbClr val="000000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rPr sz="875" dirty="0"/>
              <a:t>Mike Wang</a:t>
            </a:r>
          </a:p>
        </p:txBody>
      </p:sp>
      <p:sp>
        <p:nvSpPr>
          <p:cNvPr id="56" name="2024/00/00"/>
          <p:cNvSpPr txBox="1"/>
          <p:nvPr/>
        </p:nvSpPr>
        <p:spPr>
          <a:xfrm>
            <a:off x="199492" y="3090869"/>
            <a:ext cx="407151" cy="121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4" tIns="12694" rIns="12694" bIns="12694">
            <a:spAutoFit/>
          </a:bodyPr>
          <a:lstStyle>
            <a:lvl1pPr algn="l">
              <a:defRPr sz="2500">
                <a:solidFill>
                  <a:srgbClr val="FFFFFF"/>
                </a:solidFill>
                <a:latin typeface="PingFang TC Semibold"/>
                <a:ea typeface="PingFang TC Semibold"/>
                <a:cs typeface="PingFang TC Semibold"/>
                <a:sym typeface="PingFang TC Semibold"/>
              </a:defRPr>
            </a:lvl1pPr>
          </a:lstStyle>
          <a:p>
            <a:r>
              <a:rPr sz="625" dirty="0"/>
              <a:t>2024/00/00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hank You"/>
          <p:cNvSpPr txBox="1"/>
          <p:nvPr/>
        </p:nvSpPr>
        <p:spPr>
          <a:xfrm>
            <a:off x="4918129" y="3002159"/>
            <a:ext cx="838359" cy="25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694" tIns="12694" rIns="12694" bIns="12694">
            <a:spAutoFit/>
          </a:bodyPr>
          <a:lstStyle>
            <a:lvl1pPr algn="l">
              <a:defRPr sz="6000">
                <a:solidFill>
                  <a:srgbClr val="FFFFFF"/>
                </a:solidFill>
                <a:latin typeface="PingFang TC Ultralight"/>
                <a:ea typeface="PingFang TC Ultralight"/>
                <a:cs typeface="PingFang TC Ultralight"/>
                <a:sym typeface="PingFang TC Ultralight"/>
              </a:defRPr>
            </a:lvl1pPr>
          </a:lstStyle>
          <a:p>
            <a:r>
              <a:rPr sz="1499"/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自訂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4" baseType="lpstr">
      <vt:lpstr>Helvetica Neue</vt:lpstr>
      <vt:lpstr>21_BasicWhite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沈邦寧</dc:creator>
  <cp:lastModifiedBy>沈邦寧</cp:lastModifiedBy>
  <cp:revision>3</cp:revision>
  <dcterms:modified xsi:type="dcterms:W3CDTF">2026-04-08T03:58:10Z</dcterms:modified>
</cp:coreProperties>
</file>