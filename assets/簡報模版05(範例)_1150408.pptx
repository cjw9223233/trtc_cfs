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  <p:sldId id="260" r:id="rId3"/>
  </p:sldIdLst>
  <p:sldSz cx="6091238" cy="3427413"/>
  <p:notesSz cx="6858000" cy="9144000"/>
  <p:defaultTextStyle>
    <a:defPPr marL="0" marR="0" indent="0" algn="l" defTabSz="228417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5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60909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6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114208" algn="ctr" defTabSz="60909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6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228417" algn="ctr" defTabSz="60909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6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342626" algn="ctr" defTabSz="60909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6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456834" algn="ctr" defTabSz="60909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6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571043" algn="ctr" defTabSz="60909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6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685252" algn="ctr" defTabSz="60909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6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799460" algn="ctr" defTabSz="60909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6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913668" algn="ctr" defTabSz="60909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6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67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50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1" name="Shape 5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114208" latinLnBrk="0">
      <a:lnSpc>
        <a:spcPct val="117999"/>
      </a:lnSpc>
      <a:defRPr sz="550">
        <a:latin typeface="+mn-lt"/>
        <a:ea typeface="+mn-ea"/>
        <a:cs typeface="+mn-cs"/>
        <a:sym typeface="Helvetica Neue"/>
      </a:defRPr>
    </a:lvl1pPr>
    <a:lvl2pPr indent="57104" defTabSz="114208" latinLnBrk="0">
      <a:lnSpc>
        <a:spcPct val="117999"/>
      </a:lnSpc>
      <a:defRPr sz="550">
        <a:latin typeface="+mn-lt"/>
        <a:ea typeface="+mn-ea"/>
        <a:cs typeface="+mn-cs"/>
        <a:sym typeface="Helvetica Neue"/>
      </a:defRPr>
    </a:lvl2pPr>
    <a:lvl3pPr indent="114208" defTabSz="114208" latinLnBrk="0">
      <a:lnSpc>
        <a:spcPct val="117999"/>
      </a:lnSpc>
      <a:defRPr sz="550">
        <a:latin typeface="+mn-lt"/>
        <a:ea typeface="+mn-ea"/>
        <a:cs typeface="+mn-cs"/>
        <a:sym typeface="Helvetica Neue"/>
      </a:defRPr>
    </a:lvl3pPr>
    <a:lvl4pPr indent="171313" defTabSz="114208" latinLnBrk="0">
      <a:lnSpc>
        <a:spcPct val="117999"/>
      </a:lnSpc>
      <a:defRPr sz="550">
        <a:latin typeface="+mn-lt"/>
        <a:ea typeface="+mn-ea"/>
        <a:cs typeface="+mn-cs"/>
        <a:sym typeface="Helvetica Neue"/>
      </a:defRPr>
    </a:lvl4pPr>
    <a:lvl5pPr indent="228417" defTabSz="114208" latinLnBrk="0">
      <a:lnSpc>
        <a:spcPct val="117999"/>
      </a:lnSpc>
      <a:defRPr sz="550">
        <a:latin typeface="+mn-lt"/>
        <a:ea typeface="+mn-ea"/>
        <a:cs typeface="+mn-cs"/>
        <a:sym typeface="Helvetica Neue"/>
      </a:defRPr>
    </a:lvl5pPr>
    <a:lvl6pPr indent="285522" defTabSz="114208" latinLnBrk="0">
      <a:lnSpc>
        <a:spcPct val="117999"/>
      </a:lnSpc>
      <a:defRPr sz="550">
        <a:latin typeface="+mn-lt"/>
        <a:ea typeface="+mn-ea"/>
        <a:cs typeface="+mn-cs"/>
        <a:sym typeface="Helvetica Neue"/>
      </a:defRPr>
    </a:lvl6pPr>
    <a:lvl7pPr indent="342626" defTabSz="114208" latinLnBrk="0">
      <a:lnSpc>
        <a:spcPct val="117999"/>
      </a:lnSpc>
      <a:defRPr sz="550">
        <a:latin typeface="+mn-lt"/>
        <a:ea typeface="+mn-ea"/>
        <a:cs typeface="+mn-cs"/>
        <a:sym typeface="Helvetica Neue"/>
      </a:defRPr>
    </a:lvl7pPr>
    <a:lvl8pPr indent="399730" defTabSz="114208" latinLnBrk="0">
      <a:lnSpc>
        <a:spcPct val="117999"/>
      </a:lnSpc>
      <a:defRPr sz="550">
        <a:latin typeface="+mn-lt"/>
        <a:ea typeface="+mn-ea"/>
        <a:cs typeface="+mn-cs"/>
        <a:sym typeface="Helvetica Neue"/>
      </a:defRPr>
    </a:lvl8pPr>
    <a:lvl9pPr indent="456834" defTabSz="114208" latinLnBrk="0">
      <a:lnSpc>
        <a:spcPct val="117999"/>
      </a:lnSpc>
      <a:defRPr sz="55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首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影像" descr="影像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545893" y="-1316934"/>
            <a:ext cx="13965761" cy="6706665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頁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影像" descr="影像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7234111" y="-653670"/>
            <a:ext cx="21055501" cy="6516893"/>
          </a:xfrm>
          <a:prstGeom prst="rect">
            <a:avLst/>
          </a:prstGeom>
          <a:ln w="12700">
            <a:miter lim="400000"/>
          </a:ln>
        </p:spPr>
      </p:pic>
      <p:sp>
        <p:nvSpPr>
          <p:cNvPr id="44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影像" descr="影像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8297187" y="-1733913"/>
            <a:ext cx="21840513" cy="6895239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幻燈片標題"/>
          <p:cNvSpPr txBox="1">
            <a:spLocks noGrp="1"/>
          </p:cNvSpPr>
          <p:nvPr>
            <p:ph type="title" hasCustomPrompt="1"/>
          </p:nvPr>
        </p:nvSpPr>
        <p:spPr>
          <a:xfrm>
            <a:off x="301390" y="269750"/>
            <a:ext cx="5488459" cy="3581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幻燈片標題</a:t>
            </a:r>
          </a:p>
        </p:txBody>
      </p:sp>
      <p:sp>
        <p:nvSpPr>
          <p:cNvPr id="4" name="內文層級一…"/>
          <p:cNvSpPr txBox="1">
            <a:spLocks noGrp="1"/>
          </p:cNvSpPr>
          <p:nvPr>
            <p:ph type="body" idx="1" hasCustomPrompt="1"/>
          </p:nvPr>
        </p:nvSpPr>
        <p:spPr>
          <a:xfrm>
            <a:off x="301390" y="1061634"/>
            <a:ext cx="5488459" cy="2063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幻燈片項目符號文字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" name="幻燈片編號"/>
          <p:cNvSpPr txBox="1">
            <a:spLocks noGrp="1"/>
          </p:cNvSpPr>
          <p:nvPr>
            <p:ph type="sldNum" sz="quarter" idx="2"/>
          </p:nvPr>
        </p:nvSpPr>
        <p:spPr>
          <a:xfrm>
            <a:off x="2957497" y="3190501"/>
            <a:ext cx="173124" cy="1718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145933">
              <a:defRPr sz="450"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3" r:id="rId2"/>
  </p:sldLayoutIdLst>
  <p:transition spd="med"/>
  <p:txStyles>
    <p:titleStyle>
      <a:lvl1pPr marL="0" marR="0" indent="0" algn="l" defTabSz="60909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123" b="1" i="0" u="none" strike="noStrike" cap="none" spc="-42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114208" algn="l" defTabSz="60909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123" b="1" i="0" u="none" strike="noStrike" cap="none" spc="-42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228417" algn="l" defTabSz="60909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123" b="1" i="0" u="none" strike="noStrike" cap="none" spc="-42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342626" algn="l" defTabSz="60909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123" b="1" i="0" u="none" strike="noStrike" cap="none" spc="-42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456834" algn="l" defTabSz="60909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123" b="1" i="0" u="none" strike="noStrike" cap="none" spc="-42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571043" algn="l" defTabSz="60909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123" b="1" i="0" u="none" strike="noStrike" cap="none" spc="-42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685252" algn="l" defTabSz="60909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123" b="1" i="0" u="none" strike="noStrike" cap="none" spc="-42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799460" algn="l" defTabSz="60909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123" b="1" i="0" u="none" strike="noStrike" cap="none" spc="-42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913668" algn="l" defTabSz="60909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123" b="1" i="0" u="none" strike="noStrike" cap="none" spc="-42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152278" marR="0" indent="-152278" algn="l" defTabSz="609097" rtl="0" latinLnBrk="0">
        <a:lnSpc>
          <a:spcPct val="90000"/>
        </a:lnSpc>
        <a:spcBef>
          <a:spcPts val="1124"/>
        </a:spcBef>
        <a:spcAft>
          <a:spcPts val="0"/>
        </a:spcAft>
        <a:buClrTx/>
        <a:buSzPct val="123000"/>
        <a:buFontTx/>
        <a:buChar char="•"/>
        <a:tabLst/>
        <a:defRPr sz="1199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304556" marR="0" indent="-152278" algn="l" defTabSz="609097" rtl="0" latinLnBrk="0">
        <a:lnSpc>
          <a:spcPct val="90000"/>
        </a:lnSpc>
        <a:spcBef>
          <a:spcPts val="1124"/>
        </a:spcBef>
        <a:spcAft>
          <a:spcPts val="0"/>
        </a:spcAft>
        <a:buClrTx/>
        <a:buSzPct val="123000"/>
        <a:buFontTx/>
        <a:buChar char="•"/>
        <a:tabLst/>
        <a:defRPr sz="1199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456834" marR="0" indent="-152278" algn="l" defTabSz="609097" rtl="0" latinLnBrk="0">
        <a:lnSpc>
          <a:spcPct val="90000"/>
        </a:lnSpc>
        <a:spcBef>
          <a:spcPts val="1124"/>
        </a:spcBef>
        <a:spcAft>
          <a:spcPts val="0"/>
        </a:spcAft>
        <a:buClrTx/>
        <a:buSzPct val="123000"/>
        <a:buFontTx/>
        <a:buChar char="•"/>
        <a:tabLst/>
        <a:defRPr sz="1199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609112" marR="0" indent="-152278" algn="l" defTabSz="609097" rtl="0" latinLnBrk="0">
        <a:lnSpc>
          <a:spcPct val="90000"/>
        </a:lnSpc>
        <a:spcBef>
          <a:spcPts val="1124"/>
        </a:spcBef>
        <a:spcAft>
          <a:spcPts val="0"/>
        </a:spcAft>
        <a:buClrTx/>
        <a:buSzPct val="123000"/>
        <a:buFontTx/>
        <a:buChar char="•"/>
        <a:tabLst/>
        <a:defRPr sz="1199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761390" marR="0" indent="-152278" algn="l" defTabSz="609097" rtl="0" latinLnBrk="0">
        <a:lnSpc>
          <a:spcPct val="90000"/>
        </a:lnSpc>
        <a:spcBef>
          <a:spcPts val="1124"/>
        </a:spcBef>
        <a:spcAft>
          <a:spcPts val="0"/>
        </a:spcAft>
        <a:buClrTx/>
        <a:buSzPct val="123000"/>
        <a:buFontTx/>
        <a:buChar char="•"/>
        <a:tabLst/>
        <a:defRPr sz="1199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913668" marR="0" indent="-152278" algn="l" defTabSz="609097" rtl="0" latinLnBrk="0">
        <a:lnSpc>
          <a:spcPct val="90000"/>
        </a:lnSpc>
        <a:spcBef>
          <a:spcPts val="1124"/>
        </a:spcBef>
        <a:spcAft>
          <a:spcPts val="0"/>
        </a:spcAft>
        <a:buClrTx/>
        <a:buSzPct val="123000"/>
        <a:buFontTx/>
        <a:buChar char="•"/>
        <a:tabLst/>
        <a:defRPr sz="1199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1065947" marR="0" indent="-152278" algn="l" defTabSz="609097" rtl="0" latinLnBrk="0">
        <a:lnSpc>
          <a:spcPct val="90000"/>
        </a:lnSpc>
        <a:spcBef>
          <a:spcPts val="1124"/>
        </a:spcBef>
        <a:spcAft>
          <a:spcPts val="0"/>
        </a:spcAft>
        <a:buClrTx/>
        <a:buSzPct val="123000"/>
        <a:buFontTx/>
        <a:buChar char="•"/>
        <a:tabLst/>
        <a:defRPr sz="1199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1218225" marR="0" indent="-152278" algn="l" defTabSz="609097" rtl="0" latinLnBrk="0">
        <a:lnSpc>
          <a:spcPct val="90000"/>
        </a:lnSpc>
        <a:spcBef>
          <a:spcPts val="1124"/>
        </a:spcBef>
        <a:spcAft>
          <a:spcPts val="0"/>
        </a:spcAft>
        <a:buClrTx/>
        <a:buSzPct val="123000"/>
        <a:buFontTx/>
        <a:buChar char="•"/>
        <a:tabLst/>
        <a:defRPr sz="1199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1370503" marR="0" indent="-152278" algn="l" defTabSz="609097" rtl="0" latinLnBrk="0">
        <a:lnSpc>
          <a:spcPct val="90000"/>
        </a:lnSpc>
        <a:spcBef>
          <a:spcPts val="1124"/>
        </a:spcBef>
        <a:spcAft>
          <a:spcPts val="0"/>
        </a:spcAft>
        <a:buClrTx/>
        <a:buSzPct val="123000"/>
        <a:buFontTx/>
        <a:buChar char="•"/>
        <a:tabLst/>
        <a:defRPr sz="1199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14593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5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114208" algn="ctr" defTabSz="14593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5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228417" algn="ctr" defTabSz="14593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5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342626" algn="ctr" defTabSz="14593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5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456834" algn="ctr" defTabSz="14593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5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571043" algn="ctr" defTabSz="14593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5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685252" algn="ctr" defTabSz="14593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5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799460" algn="ctr" defTabSz="14593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5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913668" algn="ctr" defTabSz="14593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5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he New Metro Taipei"/>
          <p:cNvSpPr txBox="1"/>
          <p:nvPr/>
        </p:nvSpPr>
        <p:spPr>
          <a:xfrm>
            <a:off x="198812" y="1814218"/>
            <a:ext cx="2635317" cy="3715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690" tIns="12690" rIns="12690" bIns="12690">
            <a:spAutoFit/>
          </a:bodyPr>
          <a:lstStyle>
            <a:lvl1pPr algn="l">
              <a:defRPr sz="9000">
                <a:solidFill>
                  <a:srgbClr val="000000"/>
                </a:solidFill>
                <a:latin typeface="PingFang TC Semibold"/>
                <a:ea typeface="PingFang TC Semibold"/>
                <a:cs typeface="PingFang TC Semibold"/>
                <a:sym typeface="PingFang TC Semibold"/>
              </a:defRPr>
            </a:lvl1pPr>
          </a:lstStyle>
          <a:p>
            <a:r>
              <a:rPr sz="2248" dirty="0"/>
              <a:t>The New Metro Taipei</a:t>
            </a:r>
          </a:p>
        </p:txBody>
      </p:sp>
      <p:sp>
        <p:nvSpPr>
          <p:cNvPr id="54" name="Our Lifestyle"/>
          <p:cNvSpPr txBox="1"/>
          <p:nvPr/>
        </p:nvSpPr>
        <p:spPr>
          <a:xfrm>
            <a:off x="198812" y="2168962"/>
            <a:ext cx="1011475" cy="256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690" tIns="12690" rIns="12690" bIns="12690">
            <a:spAutoFit/>
          </a:bodyPr>
          <a:lstStyle>
            <a:lvl1pPr algn="l">
              <a:defRPr sz="6000">
                <a:solidFill>
                  <a:srgbClr val="000000"/>
                </a:solidFill>
                <a:latin typeface="PingFang TC Regular"/>
                <a:ea typeface="PingFang TC Regular"/>
                <a:cs typeface="PingFang TC Regular"/>
                <a:sym typeface="PingFang TC Regular"/>
              </a:defRPr>
            </a:lvl1pPr>
          </a:lstStyle>
          <a:p>
            <a:r>
              <a:rPr sz="1499" dirty="0"/>
              <a:t>Our Lifestyle</a:t>
            </a:r>
          </a:p>
        </p:txBody>
      </p:sp>
      <p:sp>
        <p:nvSpPr>
          <p:cNvPr id="55" name="Mike Wang"/>
          <p:cNvSpPr txBox="1"/>
          <p:nvPr/>
        </p:nvSpPr>
        <p:spPr>
          <a:xfrm>
            <a:off x="198812" y="2891619"/>
            <a:ext cx="545001" cy="1601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690" tIns="12690" rIns="12690" bIns="12690">
            <a:spAutoFit/>
          </a:bodyPr>
          <a:lstStyle>
            <a:lvl1pPr algn="l">
              <a:defRPr sz="3500">
                <a:solidFill>
                  <a:srgbClr val="000000"/>
                </a:solidFill>
                <a:latin typeface="PingFang TC Semibold"/>
                <a:ea typeface="PingFang TC Semibold"/>
                <a:cs typeface="PingFang TC Semibold"/>
                <a:sym typeface="PingFang TC Semibold"/>
              </a:defRPr>
            </a:lvl1pPr>
          </a:lstStyle>
          <a:p>
            <a:r>
              <a:rPr sz="874"/>
              <a:t>Mike Wang</a:t>
            </a:r>
          </a:p>
        </p:txBody>
      </p:sp>
      <p:sp>
        <p:nvSpPr>
          <p:cNvPr id="56" name="2024/00/00"/>
          <p:cNvSpPr txBox="1"/>
          <p:nvPr/>
        </p:nvSpPr>
        <p:spPr>
          <a:xfrm>
            <a:off x="198812" y="3090431"/>
            <a:ext cx="407143" cy="1218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690" tIns="12690" rIns="12690" bIns="12690">
            <a:spAutoFit/>
          </a:bodyPr>
          <a:lstStyle>
            <a:lvl1pPr algn="l">
              <a:defRPr sz="2500">
                <a:solidFill>
                  <a:srgbClr val="000000"/>
                </a:solidFill>
                <a:latin typeface="PingFang TC Semibold"/>
                <a:ea typeface="PingFang TC Semibold"/>
                <a:cs typeface="PingFang TC Semibold"/>
                <a:sym typeface="PingFang TC Semibold"/>
              </a:defRPr>
            </a:lvl1pPr>
          </a:lstStyle>
          <a:p>
            <a:r>
              <a:rPr sz="625"/>
              <a:t>2024/00/00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hank You"/>
          <p:cNvSpPr txBox="1"/>
          <p:nvPr/>
        </p:nvSpPr>
        <p:spPr>
          <a:xfrm>
            <a:off x="2580972" y="1567770"/>
            <a:ext cx="838351" cy="256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690" tIns="12690" rIns="12690" bIns="12690">
            <a:spAutoFit/>
          </a:bodyPr>
          <a:lstStyle>
            <a:lvl1pPr algn="l">
              <a:defRPr sz="6000">
                <a:solidFill>
                  <a:srgbClr val="000000"/>
                </a:solidFill>
                <a:latin typeface="PingFang TC Ultralight"/>
                <a:ea typeface="PingFang TC Ultralight"/>
                <a:cs typeface="PingFang TC Ultralight"/>
                <a:sym typeface="PingFang TC Ultralight"/>
              </a:defRPr>
            </a:lvl1pPr>
          </a:lstStyle>
          <a:p>
            <a:r>
              <a:rPr sz="1499"/>
              <a:t>Thank You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11</Words>
  <Application>Microsoft Office PowerPoint</Application>
  <PresentationFormat>自訂</PresentationFormat>
  <Paragraphs>5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1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4" baseType="lpstr">
      <vt:lpstr>Helvetica Neue</vt:lpstr>
      <vt:lpstr>21_BasicWhite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沈邦寧</dc:creator>
  <cp:lastModifiedBy>沈邦寧</cp:lastModifiedBy>
  <cp:revision>5</cp:revision>
  <dcterms:modified xsi:type="dcterms:W3CDTF">2026-04-08T03:58:00Z</dcterms:modified>
</cp:coreProperties>
</file>